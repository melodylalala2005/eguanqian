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 varScale="1">
        <p:scale>
          <a:sx n="96" d="100"/>
          <a:sy n="96" d="100"/>
        </p:scale>
        <p:origin x="184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7CA8F-6BDC-A235-7893-9F9C96262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935D31D-14E9-9B4A-440C-D1837FF5C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EAF56D-88A4-2529-3B27-5F7D61A6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DA2AA6-4E3A-D234-314B-BB63D0F8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62B95-AD5B-99C7-51CE-C8417CE9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8937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C69BF-6C7D-0C2C-6CDE-C4220C797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77216-9BF4-5FC2-7116-4C88C2AD9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384623-1B87-162C-1FF8-AEB3C4EB9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7180A-A80B-54D0-AD05-38C7AD98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04DAB-A705-EBBD-6A19-67855A2A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3114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FAC25-3DFB-E148-AFA1-FA883A63F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40DCA3-C244-6C96-6DE7-E66500409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94310B-CC6F-7235-5E8E-C974E9AB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E19751-501B-3953-4619-3C216B3C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350440-06A2-677E-8550-306518ECB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334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DCC15-B2F1-9045-A0EE-D5219A83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D22BD6-7C63-F703-8BEC-F88D87A0EC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58AA61-4CE0-B390-2DDD-DF279B8A9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036D83-534D-31F5-EFC5-763FD260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B303EB-E9F4-D7CA-4925-9BE1A72A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A6EA8C-EAFA-6798-6BC3-63D8326B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32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EA250-7CA5-1622-90D2-4345A6BC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E9727F-47F4-77B8-7951-3159168EC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058AFE-1006-3171-9681-C0A3195D4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00E826-7373-3367-0B7B-BE4272A2A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FAA933-D359-A2C5-3E14-6441147E2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A785C4-8B1C-7A53-311D-7FEF4BA9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8D3A35-83D2-3BFF-27B8-A80DB687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1B4584-7A34-6FC8-3931-193D7CA3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613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2D06E9-9A9E-A050-A828-26493356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38C44D-EB62-0F66-6F2E-97F270C2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738D8F-025C-FA52-C067-053A9CB3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83026-245A-B889-A06F-EE78E1C3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244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4195369-D461-CAE7-69EF-1747896E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4E6FB1-D96C-5056-4406-1E31EC60C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BE0144-8017-DE3A-E011-F0D26DC2D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3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7E28EC-AE24-CB3D-471E-2FF4A83E1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C3B7E5-811A-D120-E78F-6D00E20FC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4C8646-1E34-33D1-08BE-659C29E28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F838DD-9F20-B666-31FE-27556D45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36155C-F893-9D8F-F60C-98442DBC5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E0CA49-8C1E-13D0-C024-A895D7D6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411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61579-BDB9-132E-421E-ED3BBD9C0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832406-CDC2-E276-DE27-84B33A3ACD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E09EF6-8302-7663-E996-984F0F725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6234D9-ACEE-5A39-FC6F-7C100B1C9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82E345-ED55-D5E7-8A06-247F8379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E764C2-1CFC-0ECD-18C1-91305D96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69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F16E8A-5442-69C9-8B3B-DEC033E7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2D5726-A263-6B9F-3BFF-B97BB4257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78745-55DF-C9F3-7292-9A6DD82F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1E6B96-28BC-E51E-F81D-DAB6D9B2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DE9C06-D076-4A25-7481-B92E6DAD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002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F07A9B-DC0D-648A-C560-16518D8D1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E44192-BF82-49BE-357D-0086B31C3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904317-E10B-1518-17F5-95B5D38F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F90E16-B73C-43DC-31BE-AD7E9CCF9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FE707-C53E-661F-F649-CB60FE1C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382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B65F99-8A26-42EC-B8F3-D2AA4D582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8F2944-24B8-B85D-7CCD-428E20298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D5391F-020F-375E-6CD2-6CBF8C06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D3697-A299-2B46-8C8B-60B2F455190E}" type="datetimeFigureOut">
              <a:rPr kumimoji="1" lang="zh-CN" altLang="en-US" smtClean="0"/>
              <a:t>2025/11/17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9CA8E6-CEE7-1549-2A38-5124458E8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C09EA6-B3D2-6906-8BAF-9F693FC01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F6725-BE39-7C41-B7F4-F9B67596C3B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154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120CCA8-48BA-8930-B056-47F668124D1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9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D9F2B32-AE5F-0C09-6D15-A1402CAD8C6C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00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194BD7-D9A3-4559-F16C-2AFA1293780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80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B16CF5A-AB42-0E84-9C3A-184A36CA86C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716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2F7E99A-D91E-5906-35B6-FBFA60B02F9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9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F6F050-880C-1D36-1E38-CE5F7B0C60A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3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0360C02-02DC-E12F-C9F9-3F0D3CC07DC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2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8EE6AD-D0DE-42B0-C1CC-03236DF28AB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470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16B8DC-2443-8A14-0904-D5AC91967F9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36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5B4619-BB90-18D9-DAB8-1178E0E8F90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44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22DF5D-1B19-A2AD-0B4E-32E68FA2878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产品介绍视频">
            <a:hlinkClick r:id="" action="ppaction://media"/>
            <a:extLst>
              <a:ext uri="{FF2B5EF4-FFF2-40B4-BE49-F238E27FC236}">
                <a16:creationId xmlns:a16="http://schemas.microsoft.com/office/drawing/2014/main" id="{090FF58E-3134-C894-D054-00FCE1A318D5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769.969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05947" y="1166191"/>
            <a:ext cx="9364867" cy="526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0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26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A0CFE2-9A4E-8590-CEF6-48D8DA92F9E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28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163D300-C62D-BADC-024F-19D136AE9F8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36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4B59785-1793-7D82-EF11-3648D42761F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3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4DA1E58-E2D5-63E4-DE42-BBC4DE4752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03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3C2D7AE-6ADA-6B34-3745-C5D9FB78778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928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12FF8-C24E-75CF-CA50-D1A0C45DE11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18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8AD6CF4-C97E-B0AC-53C0-5BA154D0149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28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9D088E-55A6-375D-1DCA-10A3F42F6F5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2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503092-3650-F08D-BAE1-6D8A119D9B4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707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766F2BA-446D-26D0-6B0F-523E07DB42C2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82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721BA5-A8BD-9936-1972-BB7DD362B7A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1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936FE2D-74B3-3FDC-452A-FAC7C59ADFF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3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自定义</PresentationFormat>
  <Paragraphs>0</Paragraphs>
  <Slides>23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jingchi yang</dc:creator>
  <cp:lastModifiedBy>jingchi yang</cp:lastModifiedBy>
  <cp:revision>2</cp:revision>
  <dcterms:created xsi:type="dcterms:W3CDTF">2025-11-16T16:29:34Z</dcterms:created>
  <dcterms:modified xsi:type="dcterms:W3CDTF">2025-11-16T16:30:46Z</dcterms:modified>
</cp:coreProperties>
</file>