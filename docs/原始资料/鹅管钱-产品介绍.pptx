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9"/>
  </p:normalViewPr>
  <p:slideViewPr>
    <p:cSldViewPr snapToGrid="0">
      <p:cViewPr varScale="1">
        <p:scale>
          <a:sx n="96" d="100"/>
          <a:sy n="96" d="100"/>
        </p:scale>
        <p:origin x="184" y="7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A7CA8F-6BDC-A235-7893-9F9C962622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935D31D-14E9-9B4A-440C-D1837FF5C5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EAF56D-88A4-2529-3B27-5F7D61A62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D3697-A299-2B46-8C8B-60B2F455190E}" type="datetimeFigureOut">
              <a:rPr kumimoji="1" lang="zh-CN" altLang="en-US" smtClean="0"/>
              <a:t>2025/11/17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DDA2AA6-4E3A-D234-314B-BB63D0F8C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7762B95-AD5B-99C7-51CE-C8417CE96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F6725-BE39-7C41-B7F4-F9B67596C3B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88937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9C69BF-6C7D-0C2C-6CDE-C4220C797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477216-9BF4-5FC2-7116-4C88C2AD95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384623-1B87-162C-1FF8-AEB3C4EB9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D3697-A299-2B46-8C8B-60B2F455190E}" type="datetimeFigureOut">
              <a:rPr kumimoji="1" lang="zh-CN" altLang="en-US" smtClean="0"/>
              <a:t>2025/11/17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C7180A-A80B-54D0-AD05-38C7AD982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C604DAB-A705-EBBD-6A19-67855A2AE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F6725-BE39-7C41-B7F4-F9B67596C3B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931141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3FAC25-3DFB-E148-AFA1-FA883A63F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440DCA3-C244-6C96-6DE7-E665004095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94310B-CC6F-7235-5E8E-C974E9AB3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D3697-A299-2B46-8C8B-60B2F455190E}" type="datetimeFigureOut">
              <a:rPr kumimoji="1" lang="zh-CN" altLang="en-US" smtClean="0"/>
              <a:t>2025/11/17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E19751-501B-3953-4619-3C216B3CB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F350440-06A2-677E-8550-306518ECB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F6725-BE39-7C41-B7F4-F9B67596C3B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3343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DDCC15-B2F1-9045-A0EE-D5219A83C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FD22BD6-7C63-F703-8BEC-F88D87A0EC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558AA61-4CE0-B390-2DDD-DF279B8A9F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2036D83-534D-31F5-EFC5-763FD260C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D3697-A299-2B46-8C8B-60B2F455190E}" type="datetimeFigureOut">
              <a:rPr kumimoji="1" lang="zh-CN" altLang="en-US" smtClean="0"/>
              <a:t>2025/11/17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0B303EB-E9F4-D7CA-4925-9BE1A72AC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A6EA8C-EAFA-6798-6BC3-63D8326BD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F6725-BE39-7C41-B7F4-F9B67596C3B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33245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EEA250-7CA5-1622-90D2-4345A6BCE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0E9727F-47F4-77B8-7951-3159168ECF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8058AFE-1006-3171-9681-C0A3195D42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900E826-7373-3367-0B7B-BE4272A2A6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3FAA933-D359-A2C5-3E14-6441147E2F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8A785C4-8B1C-7A53-311D-7FEF4BA9D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D3697-A299-2B46-8C8B-60B2F455190E}" type="datetimeFigureOut">
              <a:rPr kumimoji="1" lang="zh-CN" altLang="en-US" smtClean="0"/>
              <a:t>2025/11/17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08D3A35-83D2-3BFF-27B8-A80DB6873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61B4584-7A34-6FC8-3931-193D7CA33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F6725-BE39-7C41-B7F4-F9B67596C3B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36136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2D06E9-9A9E-A050-A828-264933564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138C44D-EB62-0F66-6F2E-97F270C27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D3697-A299-2B46-8C8B-60B2F455190E}" type="datetimeFigureOut">
              <a:rPr kumimoji="1" lang="zh-CN" altLang="en-US" smtClean="0"/>
              <a:t>2025/11/17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2738D8F-025C-FA52-C067-053A9CB38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0B83026-245A-B889-A06F-EE78E1C3F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F6725-BE39-7C41-B7F4-F9B67596C3B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424460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4195369-D461-CAE7-69EF-1747896E9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D3697-A299-2B46-8C8B-60B2F455190E}" type="datetimeFigureOut">
              <a:rPr kumimoji="1" lang="zh-CN" altLang="en-US" smtClean="0"/>
              <a:t>2025/11/17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E4E6FB1-D96C-5056-4406-1E31EC60C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6BE0144-8017-DE3A-E011-F0D26DC2D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F6725-BE39-7C41-B7F4-F9B67596C3B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11309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7E28EC-AE24-CB3D-471E-2FF4A83E1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3C3B7E5-811A-D120-E78F-6D00E20FCD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04C8646-1E34-33D1-08BE-659C29E289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F838DD-9F20-B666-31FE-27556D455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D3697-A299-2B46-8C8B-60B2F455190E}" type="datetimeFigureOut">
              <a:rPr kumimoji="1" lang="zh-CN" altLang="en-US" smtClean="0"/>
              <a:t>2025/11/17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936155C-F893-9D8F-F60C-98442DBC5B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E0CA49-8C1E-13D0-C024-A895D7D6D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F6725-BE39-7C41-B7F4-F9B67596C3B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44110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961579-BDB9-132E-421E-ED3BBD9C0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8832406-CDC2-E276-DE27-84B33A3ACD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9E09EF6-8302-7663-E996-984F0F7252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16234D9-ACEE-5A39-FC6F-7C100B1C9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D3697-A299-2B46-8C8B-60B2F455190E}" type="datetimeFigureOut">
              <a:rPr kumimoji="1" lang="zh-CN" altLang="en-US" smtClean="0"/>
              <a:t>2025/11/17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982E345-ED55-D5E7-8A06-247F83792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EE764C2-1CFC-0ECD-18C1-91305D960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F6725-BE39-7C41-B7F4-F9B67596C3B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406965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F16E8A-5442-69C9-8B3B-DEC033E70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12D5726-A263-6B9F-3BFF-B97BB4257D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0778745-55DF-C9F3-7292-9A6DD82F6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D3697-A299-2B46-8C8B-60B2F455190E}" type="datetimeFigureOut">
              <a:rPr kumimoji="1" lang="zh-CN" altLang="en-US" smtClean="0"/>
              <a:t>2025/11/17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1E6B96-28BC-E51E-F81D-DAB6D9B214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DE9C06-D076-4A25-7481-B92E6DAD4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F6725-BE39-7C41-B7F4-F9B67596C3B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00025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0F07A9B-DC0D-648A-C560-16518D8D10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1E44192-BF82-49BE-357D-0086B31C31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C904317-E10B-1518-17F5-95B5D38F2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D3697-A299-2B46-8C8B-60B2F455190E}" type="datetimeFigureOut">
              <a:rPr kumimoji="1" lang="zh-CN" altLang="en-US" smtClean="0"/>
              <a:t>2025/11/17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7F90E16-B73C-43DC-31BE-AD7E9CCF9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48FE707-C53E-661F-F649-CB60FE1C2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F6725-BE39-7C41-B7F4-F9B67596C3B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63828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EB65F99-8A26-42EC-B8F3-D2AA4D582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58F2944-24B8-B85D-7CCD-428E20298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BD5391F-020F-375E-6CD2-6CBF8C0681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BD3697-A299-2B46-8C8B-60B2F455190E}" type="datetimeFigureOut">
              <a:rPr kumimoji="1" lang="zh-CN" altLang="en-US" smtClean="0"/>
              <a:t>2025/11/17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9CA8E6-CEE7-1549-2A38-5124458E84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C09EA6-B3D2-6906-8BAF-9F693FC015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6F6725-BE39-7C41-B7F4-F9B67596C3B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61549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5" Type="http://schemas.openxmlformats.org/officeDocument/2006/relationships/image" Target="../media/qr_video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E120CCA8-48BA-8930-B056-47F668124D18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893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2D9F2B32-AE5F-0C09-6D15-A1402CAD8C6C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000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2E194BD7-D9A3-4559-F16C-2AFA12937802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680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6B16CF5A-AB42-0E84-9C3A-184A36CA86C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716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82F7E99A-D91E-5906-35B6-FBFA60B02F96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294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5CF6F050-880C-1D36-1E38-CE5F7B0C60A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2302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40360C02-02DC-E12F-C9F9-3F0D3CC07DC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6200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38EE6AD-D0DE-42B0-C1CC-03236DF28AB6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4700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8416B8DC-2443-8A14-0904-D5AC91967F95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5368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005B4619-BB90-18D9-DAB8-1178E0E8F908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2443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822DF5D-1B19-A2AD-0B4E-32E68FA2878E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" name="扫码看演示视频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6000" y="1529000"/>
            <a:ext cx="3400000" cy="3400000"/>
          </a:xfrm>
          <a:prstGeom prst="rect">
            <a:avLst/>
          </a:prstGeom>
        </p:spPr>
      </p:pic>
      <p:sp>
        <p:nvSpPr>
          <p:cNvPr id="11" name="标题"/>
          <p:cNvSpPr/>
          <p:nvPr/>
        </p:nvSpPr>
        <p:spPr>
          <a:xfrm>
            <a:off x="2096000" y="5079000"/>
            <a:ext cx="8000000" cy="700000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zh-CN" sz="2400" b="1">
                <a:solidFill>
                  <a:srgbClr val="1F2937"/>
                </a:solidFill>
              </a:rPr>
              <a:t>扫码观看产品演示视频</a:t>
            </a:r>
          </a:p>
        </p:txBody>
      </p:sp>
    </p:spTree>
    <p:extLst>
      <p:ext uri="{BB962C8B-B14F-4D97-AF65-F5344CB8AC3E}">
        <p14:creationId xmlns:p14="http://schemas.microsoft.com/office/powerpoint/2010/main" val="2853704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18263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EAA0CFE2-9A4E-8590-CEF6-48D8DA92F9E2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4285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9163D300-C62D-BADC-024F-19D136AE9F81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3648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4B59785-1793-7D82-EF11-3648D42761F6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335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54DA1E58-E2D5-63E4-DE42-BBC4DE4752DF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4032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E3C2D7AE-6ADA-6B34-3745-C5D9FB78778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9286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25C12FF8-C24E-75CF-CA50-D1A0C45DE11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8182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48AD6CF4-C97E-B0AC-53C0-5BA154D01498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8283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889D088E-55A6-375D-1DCA-10A3F42F6F5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72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53503092-3650-F08D-BAE1-6D8A119D9B44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7077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766F2BA-446D-26D0-6B0F-523E07DB42C2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3824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B9721BA5-A8BD-9936-1972-BB7DD362B7A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016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A936FE2D-74B3-3FDC-452A-FAC7C59ADFF6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0325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自定义</PresentationFormat>
  <Paragraphs>0</Paragraphs>
  <Slides>23</Slides>
  <Notes>0</Notes>
  <HiddenSlides>0</HiddenSlides>
  <MMClips>1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27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jingchi yang</dc:creator>
  <cp:lastModifiedBy>jingchi yang</cp:lastModifiedBy>
  <cp:revision>2</cp:revision>
  <dcterms:created xsi:type="dcterms:W3CDTF">2025-11-16T16:29:34Z</dcterms:created>
  <dcterms:modified xsi:type="dcterms:W3CDTF">2025-11-16T16:30:46Z</dcterms:modified>
</cp:coreProperties>
</file>